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6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4EF5B2-5B78-4BBD-981C-72DEDC37CC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79F871A-7B99-4280-8170-7ECD482222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2FAEA08-F8DA-4692-8525-55330EA43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1080F-B3D2-4AA4-8A04-4AD62655A0E8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560FFE-D65D-402B-B696-F2E4219FD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B9BB64-54FE-4F1C-BB41-E1701CA1F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A1E59-C9D6-4E11-BEA2-A4BEF8B019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5509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066EAC-AD61-482A-BB83-5A2AACE9C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C65B51-2A14-4AF6-8F36-BA70096C2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804543-FB5F-445B-8E4A-E37733995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1080F-B3D2-4AA4-8A04-4AD62655A0E8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EAD664-3B2D-4D44-889C-E16047F71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D7A198-5B24-49D2-A3C8-4CAE88F5E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A1E59-C9D6-4E11-BEA2-A4BEF8B019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9428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3CD0AC-6AAC-4C3B-9106-D26A659A4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28FCC39-5B3C-4DC7-B28A-C85ABB6C8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D5763C-61BC-4290-9E94-0AAAA36DE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1080F-B3D2-4AA4-8A04-4AD62655A0E8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5322B6-66E7-4AB0-AAD9-482050E34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565DB9-C112-472F-93A3-575DBB593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A1E59-C9D6-4E11-BEA2-A4BEF8B019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5009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44A1AE-CF9B-440D-9A35-CBA50383C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E67BD1-F910-49B6-95AA-FDC788CCF0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4BA310F-BDA2-4589-8AEA-E32BFEA4E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12BCC28-5613-46C9-A9F6-660AC246B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1080F-B3D2-4AA4-8A04-4AD62655A0E8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19776B7-3BAC-49C8-94C0-13E27BF7E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9CE3036-B3DA-4454-A227-349E364B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A1E59-C9D6-4E11-BEA2-A4BEF8B019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5797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016C9E-DBB6-4491-BBC7-1919EA07B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186C9D9-224F-4C7E-AF14-159683A07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9C776C2-1A53-45A0-A5DB-ACD4EB7434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CAB1F8E-4E09-4331-8575-D190851C65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BAD9556-41E4-400F-B37E-81B02958E9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6DC109F-C1AD-46EA-807B-59B88E0E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1080F-B3D2-4AA4-8A04-4AD62655A0E8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6010587-AEC9-46E2-80AA-8F9927A2A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9BBCEDD-931E-4AAA-A64F-0ABEBB7D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A1E59-C9D6-4E11-BEA2-A4BEF8B019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376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B3D71D-4081-4B92-8AE9-0A8EEC2DB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4418838-69BA-4CD6-967C-B8BA6F44B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1080F-B3D2-4AA4-8A04-4AD62655A0E8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7814327-8338-46A7-B36E-4E7506A29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6F12239-7A32-4334-8452-844DC90CF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A1E59-C9D6-4E11-BEA2-A4BEF8B019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2096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D54A39A-AE95-4A80-B622-278354E2B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1080F-B3D2-4AA4-8A04-4AD62655A0E8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FC59DE5-4DE6-4809-B64D-5E9021F15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D9DDE57-2DF5-4676-89DF-8FFF5FE41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A1E59-C9D6-4E11-BEA2-A4BEF8B019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2278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713A0E-99E5-4142-ACAB-E94CC74C9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EFFB01-8804-4D01-BF47-7E9F7E401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7469376-5E53-4A6E-90C5-E6918733E6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6EBCA8C-3F93-4A14-9736-81F25F38F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1080F-B3D2-4AA4-8A04-4AD62655A0E8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493362F-4E8D-40A4-9C4B-667D04580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C3D70D6-E58A-4908-82B9-9D32B1C79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A1E59-C9D6-4E11-BEA2-A4BEF8B019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7401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3C57D5-082E-4B73-94E2-0716A24AF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6D65124-2E1D-44EC-8F7C-AF38CC8671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B00C9F4-F754-4EE9-BD68-224D8FD81B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DB35C6-82ED-420A-A4F2-E18EAAF44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1080F-B3D2-4AA4-8A04-4AD62655A0E8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4C407EB-FA33-447D-920D-F7941B532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F8A0595-972E-4ADD-AB4E-C4BB5FC74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A1E59-C9D6-4E11-BEA2-A4BEF8B019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0971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E7241E-2126-464D-8D05-BD262E1A4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87C42AA-B94C-40D2-8B18-A1CAD53BF4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901D1B-9C5D-4851-A5F3-626B04DD5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1080F-B3D2-4AA4-8A04-4AD62655A0E8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D6E23C-3FB7-4F31-9B0F-A940A97C3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BC3E98-4148-4067-B6D1-177BBA29B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A1E59-C9D6-4E11-BEA2-A4BEF8B019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2390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D4E4448-3FA2-4AAF-9A6F-D1AE07F382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3F4FF87-B233-498E-B827-5291701A16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F51A29-91D4-4343-A685-C6262B041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1080F-B3D2-4AA4-8A04-4AD62655A0E8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EFAED5-8C8B-424E-BB3E-26B535A5E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65DA22-77A2-4C3F-94A2-A3006C4CD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A1E59-C9D6-4E11-BEA2-A4BEF8B019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5542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807B56C-0DD5-4331-A5AC-E108657A5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273F831-47DB-4070-BB4F-F63458D5C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A70BF8-6BB4-4A79-8138-493A25B246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51080F-B3D2-4AA4-8A04-4AD62655A0E8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46F3F0-0D4C-4825-B8BD-576BA667D7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31AE0C-2ED6-4B6A-9F3A-F870282EA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A1E59-C9D6-4E11-BEA2-A4BEF8B019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8501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20503BA-D032-468A-BF59-70607F5651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7714" y="19240"/>
            <a:ext cx="5123094" cy="200605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FFD6FFAA-C9D1-464D-9FAB-E1EF83DD7C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7714" y="2083123"/>
            <a:ext cx="5145956" cy="136509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527D37D-F8C4-4D4B-B6EB-75882E0E14D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68"/>
          <a:stretch/>
        </p:blipFill>
        <p:spPr>
          <a:xfrm>
            <a:off x="2757715" y="3485563"/>
            <a:ext cx="5123094" cy="115012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E9AA2633-2652-4C00-9CB9-E6A9746D98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0576" y="4739385"/>
            <a:ext cx="5123094" cy="194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960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A527D37D-F8C4-4D4B-B6EB-75882E0E14D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68"/>
          <a:stretch/>
        </p:blipFill>
        <p:spPr>
          <a:xfrm>
            <a:off x="1126877" y="1234910"/>
            <a:ext cx="9479621" cy="212815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E9AA2633-2652-4C00-9CB9-E6A9746D98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878" y="3372496"/>
            <a:ext cx="9479620" cy="360210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8526AC8-F52A-4AC2-952C-BFC06BC81CA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082"/>
          <a:stretch/>
        </p:blipFill>
        <p:spPr>
          <a:xfrm>
            <a:off x="1117449" y="0"/>
            <a:ext cx="9489049" cy="126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63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03DD14F-9929-471D-A775-8C320B935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5968"/>
            <a:ext cx="7285351" cy="631752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A99B8F2-0697-4D8A-83A1-C18341F7E1D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33"/>
          <a:stretch/>
        </p:blipFill>
        <p:spPr>
          <a:xfrm>
            <a:off x="2540676" y="580396"/>
            <a:ext cx="7277731" cy="4518564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913E03C-E3ED-44AF-BF70-9523AFF8D0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5406" y="3158763"/>
            <a:ext cx="6588631" cy="68580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4A131604-E9B9-42B0-AA37-EF31B3CC809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" t="1292" b="35722"/>
          <a:stretch/>
        </p:blipFill>
        <p:spPr>
          <a:xfrm>
            <a:off x="6179542" y="1519806"/>
            <a:ext cx="7551615" cy="3964728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414F368-133F-4DD7-B774-ADB7F090F9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665" y="5460544"/>
            <a:ext cx="7292972" cy="557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813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03DD14F-9929-471D-A775-8C320B935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85351" cy="631752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913E03C-E3ED-44AF-BF70-9523AFF8D0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530" y="-72270"/>
            <a:ext cx="6588631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414F368-133F-4DD7-B774-ADB7F090F9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5816" y="1215027"/>
            <a:ext cx="7292972" cy="557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236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9CF4048-FE7A-468A-9FDA-DC1EBB8B4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6987524" cy="384864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E3878EB-4B55-477D-8D0D-96D7221989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2952700"/>
            <a:ext cx="6987524" cy="4801244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5BEC2E4-14ED-4170-80DA-871134DC5E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7523" y="-1"/>
            <a:ext cx="897825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971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F557267-9C9D-4D9B-AB85-E7C4BF26BB4F}"/>
              </a:ext>
            </a:extLst>
          </p:cNvPr>
          <p:cNvSpPr/>
          <p:nvPr/>
        </p:nvSpPr>
        <p:spPr>
          <a:xfrm>
            <a:off x="0" y="6028271"/>
            <a:ext cx="14144017" cy="1393933"/>
          </a:xfrm>
          <a:prstGeom prst="rect">
            <a:avLst/>
          </a:prstGeom>
          <a:solidFill>
            <a:srgbClr val="1E263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A5BEC2E4-14ED-4170-80DA-871134DC5EB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986"/>
          <a:stretch/>
        </p:blipFill>
        <p:spPr>
          <a:xfrm>
            <a:off x="-9728" y="2686037"/>
            <a:ext cx="8978255" cy="384142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A5FF705-23D5-484F-8FF7-0A524823573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734" t="662" r="21734" b="74782"/>
          <a:stretch/>
        </p:blipFill>
        <p:spPr>
          <a:xfrm>
            <a:off x="-1951821" y="1001949"/>
            <a:ext cx="8978255" cy="1684088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7CD7D2BE-AF50-49AC-8227-3A59101084C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966"/>
          <a:stretch/>
        </p:blipFill>
        <p:spPr>
          <a:xfrm>
            <a:off x="0" y="0"/>
            <a:ext cx="6987524" cy="100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677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E1E8B1-0BA7-4430-A0D0-B94D693A9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96BE304-0A6D-498A-92E6-068F69D58F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7211" y="8662"/>
            <a:ext cx="7400041" cy="6894115"/>
          </a:xfrm>
        </p:spPr>
      </p:pic>
    </p:spTree>
    <p:extLst>
      <p:ext uri="{BB962C8B-B14F-4D97-AF65-F5344CB8AC3E}">
        <p14:creationId xmlns:p14="http://schemas.microsoft.com/office/powerpoint/2010/main" val="37516764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José Honório Glanzmann</dc:creator>
  <cp:lastModifiedBy>José Honório Glanzmann</cp:lastModifiedBy>
  <cp:revision>9</cp:revision>
  <dcterms:created xsi:type="dcterms:W3CDTF">2026-04-08T14:01:35Z</dcterms:created>
  <dcterms:modified xsi:type="dcterms:W3CDTF">2026-04-08T15:12:04Z</dcterms:modified>
</cp:coreProperties>
</file>